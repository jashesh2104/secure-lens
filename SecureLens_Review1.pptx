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 497J  •  Project-I  •  Review-1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SecureLens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DevSecOps Vulnerability Triage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 Lokhandwala (23BCE0600)      Khushi Singh (23BCE0266)      Jashesh Patel (23BCE0552)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Maheswari 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Vellore Institute of Technology, Vellore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Background &amp;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teams lose hours manually reviewing scanner alerts before any real fix begins.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SonarQube and Snyk detect vulnerabilities but do not explain why they matter.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who introduced the bug often lack the context to judge true severity.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causes genuine, exploitable threats to be overlooked and dismissed.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self-hostable tool connects detection → explanation → prioritization in one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Current Challenges &amp; Need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SAST/DAST tools emit raw finding lists with no exploit context or remediation guidance.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scanners (SonarQube, Gitleaks) produce incompatible output formats and severities.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used alone hallucinate security advice, inventing CVEs and unsupported facts.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curated CVE / OWASP / CWE data grounds the model and solves the hallucination problem.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unified, explainable, self-hosted DevSecOps triage pipeline for engineering teams.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Integrate SonarQube SAST and Gitleaks secret detection into a unified FastAPI backend with a normalised finding schema.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a RAG pipeline over an OWASP Top 10 and CWE Top 25 knowledge base using ChromaDB to ground LLM security explanations.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Deploy a Groq-powered LLM triage agent that re-ranks severity and generates plain-English exploit scenarios and fix suggestions.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Develop a React dashboard with real-time scan-status polling and JWT-authenticated access to triage results.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Implement GitHub Actions CI/CD that auto-posts AI-generated vulnerability summaries to PRs and blocks merges on critical findings.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1 — Neel Lokhandwala (23BCE0600)</a:t>
            </a:r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LLM &amp; AI for Vulnerability Detection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192024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Authors / Year / Publisher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LLbezpeky: Leveraging LLMs for Vulnerability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Mathews, Brus, Aafer, Nagappan, McIntosh (2024) — arXiv / Univ. of Waterloo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Prompt-driven LLM analysis over Android app code with iterative context building.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flag injection and access-control flaws missed by signature-based scanners.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prompt design; no retrieval grounding, so results vary run-to-run.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Representation Matters: Program Representations for LLM Vulnerability Reasoning (RepBench)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Stoltman, Tang, Cai (2026) — arXiv (cs.CR)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 raw source vs AST/CFG/PDG graph inputs on PrimeVul C/C++ testcases.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AST+PDG reaches 83.2% accuracy vs 53.5% for raw source; graphs reduce prompt size.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Static-analysis pre-processing adds pipeline complexity; limited to five CWE classes.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Revelio: Cost-Efficient Agentic Memory-Safety Detection for Repository-Scale Codebases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Hou, Wang, Momeu, Sen, Song, Wagner et al. (2026) — arXiv (cs.CR)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loop generates executable Proof-of-Vulnerability checked by a sanitizer.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19 previously unknown memory-safety bugs across long-fuzzed projects at low cost.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to memory safety; depends on reproducible builds and sanitizer coverage.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Evaluating LLMs for Real-World Web Vulnerability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Neef, Jungnickel, Buchholz et al. (2026) — ARES 2026 Workshop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 frontier and open-weight models on WordPress plugin SQLi/XSS/RCE.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prompts beat open-ended; best model reached 63% web-vuln detection rate.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model was fully consistent across runs; some as low as 50% reproducibility.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DREA: Decoupled Reasoning &amp; Exploration Agents for Repository-Level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Sun, Meng (2026) — Internetware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LLM forms hypotheses; lightweight explorer retrieves repo-level context on demand.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Raises pair-correctness from 19-26% to 30-42% while cutting API cost 16-48x.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26-55% of true positives are backed by flawed rationales; reasoning quality lags.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2 — Khushi Singh (23BCE0266)</a:t>
            </a:r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Retrieval-Augmented Generation for Cybersecurity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192024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Authors / Year / Publisher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Advancing TTP Analysis with LLMs and Retrieval-Augmented Generation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Fayyazi, Taghdimi, Yang (2024) — arXiv (cs.CR)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MITRE ATT&amp;CK to interpret adversary tactics, techniques and procedures.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grounding yields more accurate, cited TTP interpretations than raw LLMs.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bounded by knowledge-base coverage and retriever recall.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KASS: Knowledge-Augmented Attack Synthesis &amp; Simulation for Smart Contracts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Zhang, Sun, Zhang, Liu et al. (2026) — arXiv (cs.CR)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planning over audit knowledge to build executable exploits.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working exploits for 94.2% of contracts; filters static-analysis false positives.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 on curated SmartBugs set; exploit validity needs formal test binding.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VeriChat: Agentic Conversational Assistant for Hardware Security Verification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Saha, Hasan, Tarek, Tehranipoor, Farahmandi (2026) — IEEE COINS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multi-agent workflow integrating open-source EDA tooling.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87.7%, outperforming proprietary chatbots; proves a key-leakage Trojan.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to RTL/hardware; relies on curated verification corpus.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HybridRAG for Automated IT-Grundschutz Security Audits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Muth, Margraf (2026) — IEEE SysCon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RAG + knowledge graph with a hypothesis-verification loop to cut hallucinations.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semantic extraction tasks, reducing manual certification effort.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Struggles on deterministic logical-reasoning phases required by strict compliance.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Knowledge-Base Poisoning Attacks &amp; Defense for Policy-Aware LLM-RAG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Solanki, Praharaj, Gupta, Gupta (2026) — arXiv (cs.CR)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retrieval-poisoning of a RAG knowledge base; proposes CLD-KB anomaly defense.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injected rule corrupts 85% of LLM context; defense adds only ~7ms overhead.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RAG knowledge bases must be integrity-protected and access-controlled.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3 — Jashesh Patel (23BCE0552)</a:t>
            </a:r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DevSecOps Automation &amp; LLM Code-Security Review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192024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Authors / Year / Publisher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KernelGPT: Enhanced Kernel Fuzzing via Large Language Models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Yang, Zhao, Zhang (2025) — ASPLOS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synthesises syscall specifications to drive automated kernel fuzzing.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Discovered real, previously unknown Linux kernel bugs via LLM-generated specs.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validation harness; scope limited to syscall-reachable code paths.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LeanGuard: Neuro-Symbolic Reasoning for Vulnerability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Zhao, Chen, Lu, Yang, Cheng, Wang (2026) — arXiv (cs.SE)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filters AST facts; Lean 4 proof kernel discharges memory-safety obligations.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Separating interpretation from proof curbs the 'plausible but wrong' LLM verdicts.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models leave obligations open; needs richer inter-procedural context.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Words Speak Louder Than Code: Cognitive Heuristics in LLM Vuln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Shahriar, Cai, Benkraouda, Wang, Celik (2026) — arXiv (cs.CR)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code fixed, varies surrounding context to trigger framing/anchoring/halo bias.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8 models are biased; framing shifts verdicts 33%; a black-box attack hides 97%.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Reveals context-injection risk; triage prompts must be bias-hardened.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Knowledge-Guided Vulnerability Detection with LLM &amp; Code Slicing (Ethereum NFT)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Yang, Wei, Li (2026) — arXiv (cs.CR)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Vulnerability-focused code slicing + ERC-721 knowledge base + constrained LLM schema.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 lifted positive-label rate from 73.8% to 97.1% on 450 contracts.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Domain-bound to NFT contracts; regex candidate selection can miss novel patterns.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Refusal: Aligned vs Abliterated LLMs for Vulnerability Analysis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Li, Qiu, Peng, Fan, Fu, Ding, Feng (2026) — arXiv (cs.SE)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Same-lineage study of safety state across detection, CWE attribution, patch validation.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alignment can suppress legitimate defensive security utility for developers.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B8C6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between safety and usefulness; motivates security-aware evaluation.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t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detect vulnerabilities but do not explain or teach why they are dangerous.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open-source, RAG-grounded security explainer bridges detection and developer understanding.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without retrieval hallucinate CVE details, severities, and remediation steps.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tools lack a unified normalisation layer across multiple SAST/secret scanners.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a self-hosted, RAG-grounded, explanation-first vulnerability triage platform.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Solution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SecureLens does differently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contribution: RAG retrieval over OWASP/CWE runs BEFORE the LLM call — not raw LLM prompting.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combines dense embeddings with CWE metadata filters for precise grounding.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re-ranks severity and cites the exact knowledge-base documents it used.</a:t>
            </a:r>
            <a:endParaRPr lang="en-US" sz="1500" dirty="0"/>
          </a:p>
          <a:p>
            <a:pPr indent="0" marL="0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advantages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citable explanations instead of hallucinated security advice.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false-positive triage time and lower alert fatigue for developers.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security education is built directly into the CI/CD workflow.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SQLAlchemy, SQLite → PostgreSQL, slowapi rate-limiting, JWT 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&amp;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(LCEL), ChromaDB vector store, Groq LLM (llama-3.1-8b-instant), nomic-embed-text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 Community Build (SAST), Gitleaks (secret detection)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Vite + Tailwind CSS, TanStack Query polling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&amp;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Actions, PR comment bot + merge gate, AWS EC2 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8E7BE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 / PR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31720" y="10515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8E7BE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051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0" y="10515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0A8FB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051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:8000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298448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1298448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192024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C2E4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Runner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626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:9000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92024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C2E4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Runner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1554480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77540" y="1920240"/>
            <a:ext cx="0" cy="-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23360" y="217170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1417320"/>
            <a:ext cx="-3154680" cy="50292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31720" y="27889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C2E4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43400" y="27889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0A8FB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Schema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7540" y="2423160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188720" y="2423160"/>
            <a:ext cx="128016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23360" y="304038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0040" y="36576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C2E4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657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1720" y="36576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626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3657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OWASP/CWE KB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36576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C2E4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657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36576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2ECC7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657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43400" y="3291840"/>
            <a:ext cx="-315468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011680" y="390906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188720" y="3657600"/>
            <a:ext cx="3291840" cy="-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023360" y="390906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035040" y="390906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355080" y="10515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0A8FB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1051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:5173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192024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626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55080" y="27889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5A62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 Bot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12080" y="3657600"/>
            <a:ext cx="1554480" cy="-12344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200900" y="1920240"/>
            <a:ext cx="0" cy="-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212080" y="3657600"/>
            <a:ext cx="1737360" cy="-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32004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l" indent="0" marL="0">
              <a:buNone/>
            </a:pPr>
            <a:r>
              <a:rPr lang="en-US" sz="9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Source/CI   </a:t>
            </a:r>
            <a:pPr algn="l" indent="0" marL="0">
              <a:buNone/>
            </a:pPr>
            <a:r>
              <a:rPr lang="en-US" sz="900" dirty="0">
                <a:solidFill>
                  <a:srgbClr val="0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l" indent="0" marL="0">
              <a:buNone/>
            </a:pPr>
            <a:r>
              <a:rPr lang="en-US" sz="9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   </a:t>
            </a:r>
            <a:pPr algn="l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l" indent="0" marL="0">
              <a:buNone/>
            </a:pPr>
            <a:r>
              <a:rPr lang="en-US" sz="9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 </a:t>
            </a:r>
            <a:pPr algn="l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l" indent="0" marL="0">
              <a:buNone/>
            </a:pPr>
            <a:r>
              <a:rPr lang="en-US" sz="9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57607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Top 10 + CWE Top 25 markdown corpus as the grounding knowledge base.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docs (~800 chars, 120 overlap); embed with nomic-embed-text via Ollama.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 CWE-ID and severity metadata as filters applied during retrieval.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LCEL chain: ChromaDB retrieval → Groq LLM with structured output.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dense + metadata search returning the top-k most relevant chunks.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TriageResult schema: re-ranked severity, explanation, exploit, fix, references.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spot-check of triage accuracy on OWASP Juice Shop findings.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workflow posts PR comment and enforces the critical merge gate.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SecureLens bridges vulnerability detection and developer understanding via RAG-grounded LLM triage.</a:t>
            </a:r>
            <a:endParaRPr lang="en-US" sz="1400" dirty="0"/>
          </a:p>
          <a:p>
            <a:pPr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alert fatigue and faster fix cycles.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security education embedded into the CI/CD workflow.</a:t>
            </a:r>
            <a:endParaRPr lang="en-US" sz="1400" dirty="0"/>
          </a:p>
          <a:p>
            <a:pPr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Trivy SCA and OWASP ZAP DAST scanners to the normalisation layer.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small security-domain LLM on CVE fix pairs.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multi-tenant SaaS on AWS ECS.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trend analytics and team-level security scoring.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60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N. S. Mathews, Y. Brus, Y. Aafer, M. Nagappan, and S. McIntosh, "LLbezpeky: Leveraging large language models for vulnerability detection," arXiv:2401.01269, 2024.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A. Stoltman, J. Tang, and H. Cai, "Representation matters: An empirical study of program representations for LLM vulnerability reasoning," arXiv:2606.25356,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Y. Hou et al., "Revelio: Cost-efficient agentic memory safety vulnerability detection for repository-scale codebases," arXiv:2606.22263,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Neef, L. Jungnickel, and A. B. Buchholz, "Evaluating LLMs for real-world web vulnerability detection," in Proc. AI&amp;CCPS Workshop, ARES,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M. Sun and G. Meng, "DREA: Decoupled reasoning and exploration agents for repository-level vulnerability detection," in Proc. Internetware,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R. Fayyazi, R. Taghdimi, and S. J. Yang, "Advancing TTP analysis: Harnessing the power of large language models with retrieval augmented generation," arXiv:2401.00280, 2024.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X. Zhang, J. Sun, Z. Zhang, and Y. Liu, "Beyond detection: Agentic attack synthesis and simulation for smart contracts," arXiv:2607.15673,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D. Saha, K. T. Hasan, S. Tarek, M. Tehranipoor, and F. Farahmandi, "VeriChat: An agentic conversational AI assistant for hardware security verification," in Proc. IEEE COINS, 2026.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617720" y="960120"/>
            <a:ext cx="4160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L. R. Muth and M. Margraf, "Probabilistic agents in deterministic audits: Multi-agent systems for automated IT-Grundschutz audits," in Proc. IEEE SysCon, 2026, doi:10.1109/SysCon66367.2026.11503560.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O. Solanki, L. Praharaj, D. Gupta, and M. Gupta, "Knowledge base poisoning attacks and defense for policy-aware LLM-RAG framework," arXiv:2607.04379,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C. Yang, Z. Zhao, and L. Zhang, "KernelGPT: Enhanced kernel fuzzing via large language models," in Proc. ASPLOS, 2025.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Y. Zhao, H. Chen, L. Lu, Z. Yang, X. Cheng, and H. Wang, "Neuro-symbolic reasoning for vulnerability detection (LeanGuard)," arXiv:2607.03963,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A. Shahriar, H. Cai, H. Benkraouda, G. Wang, and Z. B. Celik, "Words speak louder than code: Investigating cognitive heuristics in LLM-based code vulnerability detection," arXiv:2606.30587,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D. Yang, R. Wei, and X. Li, "Ethereum NFT smart contracts: Knowledge-guided vulnerability detection with LLM and code slicing," arXiv:2607.21983, 2026.</a:t>
            </a:r>
            <a:endParaRPr lang="en-US" sz="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M. Li, M. Qiu, Z. Peng, H. Fan, S. Fu, J. Ding, and Y. Feng, "Beyond refusal: A same-lineage study of aligned and abliterated LLMs for vulnerability analysis," arXiv:2607.05842, 2026.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Vellore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SecureLens Review-1</dc:title>
  <dc:subject>PptxGenJS Presentation</dc:subject>
  <dc:creator>SecureLens Team</dc:creator>
  <cp:lastModifiedBy>SecureLens Team</cp:lastModifiedBy>
  <cp:revision>1</cp:revision>
  <dcterms:created xsi:type="dcterms:W3CDTF">2026-07-27T10:29:50Z</dcterms:created>
  <dcterms:modified xsi:type="dcterms:W3CDTF">2026-07-27T10:29:50Z</dcterms:modified>
</cp:coreProperties>
</file>